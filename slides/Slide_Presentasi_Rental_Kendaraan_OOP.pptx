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Sistem Rental Kendaraan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16916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4FF"/>
                </a:solidFill>
              </a:rPr>
              <a:t>Berbasis Object-Oriented Programming dengan Python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Tugas Bahasa Pemrograman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0" y="11430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252728"/>
            <a:ext cx="1700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12680" y="11430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22408" y="1252728"/>
            <a:ext cx="119786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OOP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20574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2167128"/>
            <a:ext cx="12435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CLI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20574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56648" y="2167128"/>
            <a:ext cx="15636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53492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Mobil, motor, pelanggan, transaksi, laporan.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Kebutuhan pencatatan rental kendaraan yang lebih rapi dan terstruktur.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6692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Pencatatan manual rentan data ganda dan kehilangan arsip.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Status kendaraan perlu dipantau agar tidak terjadi double booking.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Transaksi rental membutuhkan perhitungan biaya yang konsisten.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Python OOP cocok karena entitas rental dapat dimodelkan sebagai class.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9516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04888" y="1527048"/>
            <a:ext cx="170078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Masalah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Data tidak rapi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23544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45168" y="1527048"/>
            <a:ext cx="170078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Solusi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Aplikasi Python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30175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3127248"/>
            <a:ext cx="179222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Laporan TXT/CSV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 Kebutuhan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Fungsi utama yang harus tersedia pada aplikasi.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Kebutuhan Fungsional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Tambah dan lihat kendaraan.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Tambah dan lihat pelanggan.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Sewa dan kembalikan kendaraan.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Simpan data JSON dan buat laporan.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9653"/>
                </a:solidFill>
              </a:rPr>
              <a:t>Kebutuhan Nonfungsional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Mudah dijalankan di VS Code.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Tidak membutuhkan library eksternal.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Kode diberi komentar belajar.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Struktur folder rapi dan modular.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Desain Class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Class utama sesuai konsep tugas.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64208"/>
            <a:ext cx="1472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Kendaraan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554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664208"/>
            <a:ext cx="1472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Mobil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1554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664208"/>
            <a:ext cx="1472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Motor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1554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42048" y="1664208"/>
            <a:ext cx="1472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Pelanggan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81160" y="1554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0888" y="1664208"/>
            <a:ext cx="1472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Transaksi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36576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3767328"/>
            <a:ext cx="16550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Rental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48920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5001768"/>
            <a:ext cx="170078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FileManager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48920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5001768"/>
            <a:ext cx="14264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Laporan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8978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Mobil dan Motor mewarisi Kendaraan. Rental menjadi pusat pengelolaan data.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Konsep 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Pemetaan konsep ke bagian kode program.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35608"/>
            <a:ext cx="298094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Inheritance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Mobil dan Motor extends Kendaraan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435608"/>
            <a:ext cx="298094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Encapsulation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Private attribute + property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83880" y="1325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1435608"/>
            <a:ext cx="298094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Polymorphism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Override biaya dan info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355848"/>
            <a:ext cx="325526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Composition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Rental memiliki FileManager dan Laporan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355848"/>
            <a:ext cx="325526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Constructor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Setiap class memakai __init__()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Program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Program berjalan melalui menu terminal.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121408"/>
            <a:ext cx="1380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Muat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20116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2121408"/>
            <a:ext cx="1380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Pilih Menu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66360" y="20116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088" y="2121408"/>
            <a:ext cx="1380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Proses Method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0116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2121408"/>
            <a:ext cx="1380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Simpan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64040" y="20116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3768" y="2121408"/>
            <a:ext cx="1380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Laporan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Alur dibuat sederhana agar mudah didemonstrasikan saat presentasi.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Aplikasi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Fitur yang dapat dicoba langsung saat demo.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85216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Data contoh otomatis dibuat saat program pertama dijalankan.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Pengguna dapat menambah mobil, motor, dan pelanggan.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Transaksi sewa menghitung total biaya otomatis.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Pengembalian mengubah status kendaraan menjadi tersedia.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Laporan dibuat dalam format TXT dan CSV.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4928" y="1709928"/>
            <a:ext cx="27066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Menu CLI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78892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4928" y="2898648"/>
            <a:ext cx="27066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Data 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397764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4087368"/>
            <a:ext cx="27066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Laporan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Skenario Demo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Urutan demo singkat 10 menit.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64922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Jalankan python main.py.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Tampilkan data kendaraan dan pelanggan.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Buat transaksi sewa kendaraan.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Tampilkan transaksi dan statistik.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Lakukan pengembalian kendaraan.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Buat laporan dan tunjukkan file reports.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20574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47888" y="2167128"/>
            <a:ext cx="2523744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Target Demo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Seluruh konsep OOP terlihat melalui fitur yang dijalankan.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Pengujian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Testing memastikan fitur utama berjalan.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18488"/>
            <a:ext cx="160934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Tambah kendaraan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5087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EF5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618488"/>
            <a:ext cx="160934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Tambah pelanggan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15087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4648" y="1618488"/>
            <a:ext cx="160934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Polymorphism biaya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15087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1618488"/>
            <a:ext cx="160934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Transaksi kembali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15087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1618488"/>
            <a:ext cx="160934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Statistik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Jalankan: python tests/test_rental.py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Aplikasi memenuhi kebutuhan dasar proyek OOP.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67665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Sistem berhasil mengelola kendaraan, pelanggan, transaksi, dan laporan.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Konsep OOP diterapkan secara eksplisit dan mudah ditunjukkan.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Kode modular dan diberi komentar agar mudah dipelajari.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Proyek siap dijalankan dan dipresentasikan melalui VS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75320" y="20116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5048" y="2121408"/>
            <a:ext cx="215798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53"/>
                </a:solidFill>
              </a:rPr>
              <a:t>Siap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492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Sistem Rental Kendaraan OOP |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Tugas Bahasa Pemrograman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Rental Kendaraan OOP</dc:title>
  <dc:subject>Sistem Rental Kendaraan OOP</dc:subject>
  <dc:creator>ChatGPT</dc:creator>
  <cp:lastModifiedBy>ChatGPT</cp:lastModifiedBy>
  <cp:revision>1</cp:revision>
  <dcterms:created xsi:type="dcterms:W3CDTF">2026-07-15T15:18:44Z</dcterms:created>
  <dcterms:modified xsi:type="dcterms:W3CDTF">2026-07-15T15:18:44Z</dcterms:modified>
</cp:coreProperties>
</file>